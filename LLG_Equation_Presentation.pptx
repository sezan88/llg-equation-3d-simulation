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43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3458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LANDAU–LIFSHITZ–GILBERT EQUATION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46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Magnetization Dynamics in Spintronics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1280160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977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Precession, Dissipation, and the Dynamics of a Macrospin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1264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Spintronic devices — magnetic memory, spin-torque oscillators, magnonic logic — rely on the controlled dynamics of magnetization.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question: given a magnetization vector M in an effective field H_eff, how does M evolve in time?</a:t>
            </a:r>
            <a:endParaRPr lang="en-US" sz="15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Landau–Lifshitz–Gilbert (LLG) equation is the governing equation of motion for M — the magnetic analogue of Newton's second law.</a:t>
            </a:r>
            <a:endParaRPr lang="en-US" sz="1500" dirty="0"/>
          </a:p>
        </p:txBody>
      </p:sp>
      <p:pic>
        <p:nvPicPr>
          <p:cNvPr id="4" name="Image 0" descr="fig_bef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234440"/>
            <a:ext cx="4572000" cy="4434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040880" y="5715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1. Initial orientation of M prior to the application of an effective field.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Landau–Lifshitz–Gilbert Equation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Governing Equation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(Gilbert) form: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03504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pic>
        <p:nvPicPr>
          <p:cNvPr id="5" name="Image 0" descr="eq_gilb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057400"/>
            <a:ext cx="5221224" cy="5943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06324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1 — Precession: rotates M about H_eff, conserving |M| and energy.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2 — Damping (Gilbert, 1955): a phenomenological dissipative torque that relaxes M toward H_eff.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equation is implicit: dM/dt appears on both sides. For numerical work it is recast into an explicit form (Slide 7).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903720" y="1371600"/>
            <a:ext cx="4754880" cy="4617720"/>
          </a:xfrm>
          <a:prstGeom prst="roundRect">
            <a:avLst>
              <a:gd name="adj" fmla="val 118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178040" y="15361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178040" y="19659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— magnetization vector (|M| = M_s)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178040" y="253288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H_eff — effective magnetic field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178040" y="309981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— gyromagnetic ratio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178040" y="366674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— Gilbert damping constant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178040" y="423367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M_s — saturation magnetization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178040" y="4937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FB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definitions follow on the next slide.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Landau–Lifshitz–Gilbert Equation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 of Terms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493776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2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Magnetization vector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macrospin's magnetic moment per unit volume; a vector of fixed length |M| = M_s whose direction evolves in time.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H_eff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Effective 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net field felt by M — sum of the applied, anisotropy, exchange, and demagnetizing fields.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Gyromagnetic ratio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Couples angular momentum to magnetic moment; sets the natural precession frequency ω = γH_eff.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Gilbert damping constant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Dimensionless parameter (typically 10⁻³–10⁻¹) quantifying energy dissipation to the lattice/electron bath.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M_s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Saturation magnetization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(constant) magnitude of M; ensures dimensional consistency of the damping term.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Landau–Lifshitz–Gilbert Equation</a:t>
            </a:r>
            <a:endParaRPr lang="en-US" sz="900" dirty="0"/>
          </a:p>
        </p:txBody>
      </p:sp>
      <p:sp>
        <p:nvSpPr>
          <p:cNvPr id="3" name="Text 2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Precession Term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760720" cy="566928"/>
          </a:xfrm>
          <a:prstGeom prst="roundRect">
            <a:avLst>
              <a:gd name="adj" fmla="val 9677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pic>
        <p:nvPicPr>
          <p:cNvPr id="4" name="Image 0" descr="eq_prece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688" y="1175004"/>
            <a:ext cx="2706624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965960"/>
            <a:ext cx="57607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by setting α = 0 — no dissipation.</a:t>
            </a:r>
            <a:endParaRPr lang="en-US" sz="1400" dirty="0"/>
          </a:p>
          <a:p>
            <a:pPr marL="342900" indent="-3429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 product M × H_eff is, by construction, perpendicular to M — so |M| is conserved exactly.</a:t>
            </a:r>
            <a:endParaRPr lang="en-US" sz="1400" dirty="0"/>
          </a:p>
          <a:p>
            <a:pPr marL="342900" indent="-3429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sweeps out a circular orbit at constant polar angle around H_eff, at the Larmor frequency ω = γH_eff.</a:t>
            </a:r>
            <a:endParaRPr lang="en-US" sz="14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conservative, energy-preserving torque — mathematically identical to gyroscopic precession under gravity.</a:t>
            </a:r>
            <a:endParaRPr lang="en-US" sz="1400" dirty="0"/>
          </a:p>
        </p:txBody>
      </p:sp>
      <p:pic>
        <p:nvPicPr>
          <p:cNvPr id="6" name="Image 1" descr="fig_precess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143000"/>
            <a:ext cx="5074920" cy="48920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537960" y="6053328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2. Closed circular precession orbit of M about H_eff (α = 0); numerically integrated (RK45).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Landau–Lifshitz–Gilbert Equation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Damping Term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760720" cy="566928"/>
          </a:xfrm>
          <a:prstGeom prst="roundRect">
            <a:avLst>
              <a:gd name="adj" fmla="val 9677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pic>
        <p:nvPicPr>
          <p:cNvPr id="4" name="Image 0" descr="eq_damp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784" y="1175004"/>
            <a:ext cx="3465576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965960"/>
            <a:ext cx="57607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by T. L. Gilbert (1955) as a phenomenological dissipative torque.</a:t>
            </a:r>
            <a:endParaRPr lang="en-US" sz="1400" dirty="0"/>
          </a:p>
          <a:p>
            <a:pPr marL="342900" indent="-3429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double cross product M × (M × H_eff) points from M toward H_eff along the shortest path — a great-circle arc.</a:t>
            </a:r>
            <a:endParaRPr lang="en-US" sz="1400" dirty="0"/>
          </a:p>
          <a:p>
            <a:pPr marL="342900" indent="-3429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represents energy loss to the lattice, conduction electrons, or spin-wave bath.</a:t>
            </a:r>
            <a:endParaRPr lang="en-US" sz="14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here in isolation (precession suppressed) purely to illustrate its relaxing character — not a physically separate regime.</a:t>
            </a:r>
            <a:endParaRPr lang="en-US" sz="1400" dirty="0"/>
          </a:p>
        </p:txBody>
      </p:sp>
      <p:pic>
        <p:nvPicPr>
          <p:cNvPr id="6" name="Image 1" descr="fig_damp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143000"/>
            <a:ext cx="5074920" cy="48920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537960" y="6053328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3. Direct relaxation of M toward H_eff under the isolated damping torque.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Landau–Lifshitz–Gilbert Equation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Explicit (Landau–Lifshitz) Form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implicit Gilbert form contains dM/dt on both sides. Substituting it into itself yields an algebraically equivalent, explicit equation suitable for direct numerical integration: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97280" y="2148840"/>
            <a:ext cx="996696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pic>
        <p:nvPicPr>
          <p:cNvPr id="5" name="Image 0" descr="eq_explic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752" y="2354580"/>
            <a:ext cx="9272016" cy="777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3703320"/>
            <a:ext cx="9966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term: precession, rescaled by 1/(1+α²).</a:t>
            </a:r>
            <a:endParaRPr lang="en-US" sz="140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term: damping, acting perpendicular to both M and (M × H_eff) — pulling M directly toward H_eff.</a:t>
            </a:r>
            <a:endParaRPr lang="en-US" sz="14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form solved numerically (SciPy solve_ivp, adaptive RK45) throughout this work.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Landau–Lifshitz–Gilbert Equation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Dynamics: Precession + Damping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7607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both torques active, M no longer traces a closed circle — the orbit contracts on every revolution.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a spiral trajectory on the unit sphere, winding around H_eff while decaying toward it.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 → ∞, M → H_eff / |H_eff| — the system reaches its minimum-energy equilibrium.</a:t>
            </a:r>
            <a:endParaRPr lang="en-US" sz="14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spiral relaxation underlies field- and current-induced switching in magnetic memory (MRAM) devices.</a:t>
            </a:r>
            <a:endParaRPr lang="en-US" sz="1450" dirty="0"/>
          </a:p>
        </p:txBody>
      </p:sp>
      <p:pic>
        <p:nvPicPr>
          <p:cNvPr id="4" name="Image 0" descr="fig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051560"/>
            <a:ext cx="5074920" cy="4892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537960" y="596188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4. Spiral relaxation of M under the full LLG equation (α = 0.15); gold marker = initial state, red marker = final state.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Landau–Lifshitz–Gilbert Equation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499616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0120" y="13624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Precession: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246120" y="136245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torque −γ(M×H_eff); conserves |M| and energy; produces circular orbits.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459736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3225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Damping: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232257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Dissipative torque ∝ α; drives M toward alignment with H_eff; models energy loss.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3419856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328269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LLG: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328269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 yields spiral relaxation — the physical basis of magnetization switching.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4379976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42428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form: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246120" y="424281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Landau–Lifshitz form used for RK45 integration; equivalent to Gilbert's implicit form.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6263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Landau, L. D. &amp; Lifshitz, E. M. (1935); Gilbert, T. L. (1955, IEEE Trans. Magn. 2004)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948</Words>
  <Application>Microsoft Office PowerPoint</Application>
  <PresentationFormat>Widescreen</PresentationFormat>
  <Paragraphs>95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Sejanur Rahman</cp:lastModifiedBy>
  <cp:revision>1</cp:revision>
  <dcterms:created xsi:type="dcterms:W3CDTF">2026-09-23T22:32:43Z</dcterms:created>
  <dcterms:modified xsi:type="dcterms:W3CDTF">2026-09-23T22:34:23Z</dcterms:modified>
</cp:coreProperties>
</file>